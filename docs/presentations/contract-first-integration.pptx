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Contract-First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Enabling Parallel Systems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Wallace Espindola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Senior Software Engineer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wallace.espindola@gmail.com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linkedin.com/in/wallaceespindola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github.com/wallaceespindola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Contract-First?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**Contract-First** = Define the integration boundary **first**, then implement code that conforms to it.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 contract includes: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Operations (endpoints, topics)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Data shapes (request/response, events)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Validation rules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Error models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Security requirements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Non-functional rules (timeouts, retries, idempotency)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Versioning strategy</a:t>
            </a:r>
          </a:p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Key Principle:** The contract is the **single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The Problem: Traditional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System A ----[waiting...]----&gt; System B</a:t>
            </a:r>
          </a:p>
          <a:p>
            <a:r>
              <a:t>      ↓</a:t>
            </a:r>
          </a:p>
          <a:p>
            <a:r>
              <a:t>Team A: "When will B be ready?"</a:t>
            </a:r>
          </a:p>
          <a:p>
            <a:r>
              <a:t>Team B: "We're still implementing..."</a:t>
            </a:r>
          </a:p>
          <a:p>
            <a:r>
              <a:t>      ↓</a:t>
            </a:r>
          </a:p>
          <a:p>
            <a:r>
              <a:t>Integration happens LATE</a:t>
            </a:r>
          </a:p>
          <a:p>
            <a:r>
              <a:t>Surprises emerge</a:t>
            </a:r>
          </a:p>
          <a:p>
            <a:r>
              <a:t>Assumptions drift**Result:** Serial dependency, delayed integration, late surprises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The Solution: Contract-First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1. Agree on contract (API/event schemas)</a:t>
            </a:r>
          </a:p>
          <a:p>
            <a:r>
              <a:t>   ↓</a:t>
            </a:r>
          </a:p>
          <a:p>
            <a:r>
              <a:t>2. Generate stubs/clients/mocks from contract</a:t>
            </a:r>
          </a:p>
          <a:p>
            <a:r>
              <a:t>   ↓</a:t>
            </a:r>
          </a:p>
          <a:p>
            <a:r>
              <a:t>3. System A implements provider (parallel)</a:t>
            </a:r>
          </a:p>
          <a:p>
            <a:r>
              <a:t>4. System B implements consumer (parallel)</a:t>
            </a:r>
          </a:p>
          <a:p>
            <a:r>
              <a:t>   ↓</a:t>
            </a:r>
          </a:p>
          <a:p>
            <a:r>
              <a:t>5. CI enforces contract alignment**Result:** Parallel development, early validation, no surprises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Three Contract Types in 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1️⃣ REST API Contract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**Format:** OpenAPI 3.x YAML/JSON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**Generates:** Server stubs, DTOs, client SDKs, mock servers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2️⃣ Kafka/Event Contract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**Format:** Avro/Protobuf schemas + AsyncAPI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**Generates:** Java classes, consumer fixtures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3️⃣ Database Contract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**Format:** Flyway SQL migrations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**Generates:** Versioned, repeatable deployments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Repository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repo/</a:t>
            </a:r>
          </a:p>
          <a:p>
            <a:r>
              <a:t>  contracts/</a:t>
            </a:r>
          </a:p>
          <a:p>
            <a:r>
              <a:t>    openapi/</a:t>
            </a:r>
          </a:p>
          <a:p>
            <a:r>
              <a:t>      orders-api.v1.yaml</a:t>
            </a:r>
          </a:p>
          <a:p>
            <a:r>
              <a:t>    events/</a:t>
            </a:r>
          </a:p>
          <a:p>
            <a:r>
              <a:t>      avro/</a:t>
            </a:r>
          </a:p>
          <a:p>
            <a:r>
              <a:t>        OrderCreated.v1.avsc</a:t>
            </a:r>
          </a:p>
          <a:p>
            <a:r>
              <a:t>        DeadLetterEnvelope.v1.avsc</a:t>
            </a:r>
          </a:p>
          <a:p>
            <a:r>
              <a:t>      topics.md</a:t>
            </a:r>
          </a:p>
          <a:p>
            <a:r>
              <a:t>      asyncapi.yaml</a:t>
            </a:r>
          </a:p>
          <a:p>
            <a:r>
              <a:t>    db/</a:t>
            </a:r>
          </a:p>
          <a:p>
            <a:r>
              <a:t>      flyway/</a:t>
            </a:r>
          </a:p>
          <a:p>
            <a:r>
              <a:t>        V1__create_orders.sql</a:t>
            </a:r>
          </a:p>
          <a:p>
            <a:r>
              <a:t>        V2__add_order_source.sql</a:t>
            </a:r>
          </a:p>
          <a:p>
            <a:r>
              <a:t>  service/</a:t>
            </a:r>
          </a:p>
          <a:p>
            <a:r>
              <a:t>    src/main/java/...Contracts are **first-class artifacts**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REST Contract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paths:</a:t>
            </a:r>
          </a:p>
          <a:p>
            <a:r>
              <a:t>  /v1/orders:</a:t>
            </a:r>
          </a:p>
          <a:p>
            <a:r>
              <a:t>    post:</a:t>
            </a:r>
          </a:p>
          <a:p>
            <a:r>
              <a:t>      operationId: createOrder</a:t>
            </a:r>
          </a:p>
          <a:p>
            <a:r>
              <a:t>      requestBody:</a:t>
            </a:r>
          </a:p>
          <a:p>
            <a:r>
              <a:t>        content:</a:t>
            </a:r>
          </a:p>
          <a:p>
            <a:r>
              <a:t>          application/json:</a:t>
            </a:r>
          </a:p>
          <a:p>
            <a:r>
              <a:t>            schema:</a:t>
            </a:r>
          </a:p>
          <a:p>
            <a:r>
              <a:t>              $ref: '#/components/schemas/CreateOrderRequest'</a:t>
            </a:r>
          </a:p>
          <a:p>
            <a:r>
              <a:t>      responses:</a:t>
            </a:r>
          </a:p>
          <a:p>
            <a:r>
              <a:t>        '201':</a:t>
            </a:r>
          </a:p>
          <a:p>
            <a:r>
              <a:t>          description: Created</a:t>
            </a:r>
          </a:p>
          <a:p>
            <a:r>
              <a:t>        '400':</a:t>
            </a:r>
          </a:p>
          <a:p>
            <a:r>
              <a:t>          description: Validation error</a:t>
            </a:r>
          </a:p>
          <a:p>
            <a:r>
              <a:t>        '409':</a:t>
            </a:r>
          </a:p>
          <a:p>
            <a:r>
              <a:t>          description: Idempotency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REST Implementation (Java/Spring)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@RestController</a:t>
            </a:r>
          </a:p>
          <a:p>
            <a:r>
              <a:t>@RequestMapping("/v1/orders")</a:t>
            </a:r>
          </a:p>
          <a:p>
            <a:r>
              <a:t>public class OrdersController {</a:t>
            </a:r>
          </a:p>
          <a:p/>
          <a:p>
            <a:r>
              <a:t>  @PostMapping</a:t>
            </a:r>
          </a:p>
          <a:p>
            <a:r>
              <a:t>  public ResponseEntity&lt;OrderResponse&gt; create(</a:t>
            </a:r>
          </a:p>
          <a:p>
            <a:r>
              <a:t>      @RequestBody CreateOrderRequest request) {</a:t>
            </a:r>
          </a:p>
          <a:p/>
          <a:p>
            <a:r>
              <a:t>    OrderResponse created = service.createOrder(request);</a:t>
            </a:r>
          </a:p>
          <a:p>
            <a:r>
              <a:t>    return ResponseEntity.status(201).body(created);</a:t>
            </a:r>
          </a:p>
          <a:p>
            <a:r>
              <a:t>  }</a:t>
            </a:r>
          </a:p>
          <a:p/>
          <a:p>
            <a:r>
              <a:t>  @GetMapping("/{orderId}")</a:t>
            </a:r>
          </a:p>
          <a:p>
            <a:r>
              <a:t>  public ResponseEntity&lt;OrderResponse&gt; get(</a:t>
            </a:r>
          </a:p>
          <a:p>
            <a:r>
              <a:t>      @PathVariable String orderId) {</a:t>
            </a:r>
          </a:p>
          <a:p/>
          <a:p>
            <a:r>
              <a:t>    return service.getOrder(orderId)</a:t>
            </a:r>
          </a:p>
          <a:p>
            <a:r>
              <a:t>        .map(ResponseEntity::ok)</a:t>
            </a:r>
          </a:p>
          <a:p>
            <a:r>
              <a:t>        .orElse(ResponseEntity.notFound().build());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Consumer Parallel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System B doesn't wait for System A!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Generate Java client from OpenAPI spec immediately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Run mock server for development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Build integration tests against mock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Switch to real API when ready</a:t>
            </a:r>
          </a:p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No runtime dependency on the provider being finished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Kafka Contract: Topic Semantics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Topic: orders.order-created.v1</a:t>
            </a:r>
          </a:p>
          <a:p/>
          <a:p>
            <a:r>
              <a:t>- Purpose: Emitted when order created successfully</a:t>
            </a:r>
          </a:p>
          <a:p>
            <a:r>
              <a:t>- Key: orderId (ordering guaranteed per order)</a:t>
            </a:r>
          </a:p>
          <a:p>
            <a:r>
              <a:t>- Delivery: at-least-once</a:t>
            </a:r>
          </a:p>
          <a:p>
            <a:r>
              <a:t>- Consumer requirement: idempotent processing</a:t>
            </a:r>
          </a:p>
          <a:p>
            <a:r>
              <a:t>- Retry: consumer retries transient errors</a:t>
            </a:r>
          </a:p>
          <a:p>
            <a:r>
              <a:t>- DLQ: orders.order-created.v1.dlq</a:t>
            </a:r>
          </a:p>
          <a:p>
            <a:r>
              <a:t>- Compatibility: backward compatible evolution**Human-readable contract for semantics**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Kafka Contract: Avro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{</a:t>
            </a:r>
          </a:p>
          <a:p>
            <a:r>
              <a:t>  "type": "record",</a:t>
            </a:r>
          </a:p>
          <a:p>
            <a:r>
              <a:t>  "name": "OrderCreated",</a:t>
            </a:r>
          </a:p>
          <a:p>
            <a:r>
              <a:t>  "namespace": "com.acme.events",</a:t>
            </a:r>
          </a:p>
          <a:p>
            <a:r>
              <a:t>  "fields": [</a:t>
            </a:r>
          </a:p>
          <a:p>
            <a:r>
              <a:t>    { "name": "eventId", "type": "string" },</a:t>
            </a:r>
          </a:p>
          <a:p>
            <a:r>
              <a:t>    { "name": "occurredAt", "type": "string" },</a:t>
            </a:r>
          </a:p>
          <a:p>
            <a:r>
              <a:t>    { "name": "orderId", "type": "string" },</a:t>
            </a:r>
          </a:p>
          <a:p>
            <a:r>
              <a:t>    { "name": "customerId", "type": "string" },</a:t>
            </a:r>
          </a:p>
          <a:p>
            <a:r>
              <a:t>    { "name": "source", "type": ["null", "string"],</a:t>
            </a:r>
          </a:p>
          <a:p>
            <a:r>
              <a:t>      "default": null },</a:t>
            </a:r>
          </a:p>
          <a:p>
            <a:r>
              <a:t>    { "name": "items", "type": {"type": "array", ...} }</a:t>
            </a:r>
          </a:p>
          <a:p>
            <a:r>
              <a:t>  ]</a:t>
            </a:r>
          </a:p>
          <a:p>
            <a:r>
              <a:t>}**Note:** `source` is nullable with default → **backward-compatible**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JSON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Kafka Producer (Java)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public class OrderEventPublisher {</a:t>
            </a:r>
          </a:p>
          <a:p/>
          <a:p>
            <a:r>
              <a:t>  private final KafkaTemplate&lt;String, OrderCreated&gt; kafka;</a:t>
            </a:r>
          </a:p>
          <a:p/>
          <a:p>
            <a:r>
              <a:t>  public void publishOrderCreated(OrderCreated event) {</a:t>
            </a:r>
          </a:p>
          <a:p>
            <a:r>
              <a:t>    kafka.send(</a:t>
            </a:r>
          </a:p>
          <a:p>
            <a:r>
              <a:t>      "orders.order-created.v1",</a:t>
            </a:r>
          </a:p>
          <a:p>
            <a:r>
              <a:t>      event.getOrderId(),</a:t>
            </a:r>
          </a:p>
          <a:p>
            <a:r>
              <a:t>      event</a:t>
            </a:r>
          </a:p>
          <a:p>
            <a:r>
              <a:t>    );</a:t>
            </a:r>
          </a:p>
          <a:p>
            <a:r>
              <a:t>  }</a:t>
            </a:r>
          </a:p>
          <a:p>
            <a:r>
              <a:t>}**Simple, type-safe publishing**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Kafka Consumer with Idempotency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@KafkaListener(topics = "orders.order-created.v1",</a:t>
            </a:r>
          </a:p>
          <a:p>
            <a:r>
              <a:t>               groupId = "billing")</a:t>
            </a:r>
          </a:p>
          <a:p>
            <a:r>
              <a:t>public void onOrderCreated(OrderCreated event) {</a:t>
            </a:r>
          </a:p>
          <a:p/>
          <a:p>
            <a:r>
              <a:t>  // Check if already processed (at-least-once delivery)</a:t>
            </a:r>
          </a:p>
          <a:p>
            <a:r>
              <a:t>  if (processedEventsRepo.existsByEventId(</a:t>
            </a:r>
          </a:p>
          <a:p>
            <a:r>
              <a:t>      event.getEventId())) {</a:t>
            </a:r>
          </a:p>
          <a:p>
            <a:r>
              <a:t>    return; // skip duplicate</a:t>
            </a:r>
          </a:p>
          <a:p>
            <a:r>
              <a:t>  }</a:t>
            </a:r>
          </a:p>
          <a:p/>
          <a:p>
            <a:r>
              <a:t>  // Process event</a:t>
            </a:r>
          </a:p>
          <a:p>
            <a:r>
              <a:t>  billingService.createInvoice(</a:t>
            </a:r>
          </a:p>
          <a:p>
            <a:r>
              <a:t>    event.getOrderId(),</a:t>
            </a:r>
          </a:p>
          <a:p>
            <a:r>
              <a:t>    event.getCustomerId(),</a:t>
            </a:r>
          </a:p>
          <a:p>
            <a:r>
              <a:t>    event.getItems()</a:t>
            </a:r>
          </a:p>
          <a:p>
            <a:r>
              <a:t>  );</a:t>
            </a:r>
          </a:p>
          <a:p/>
          <a:p>
            <a:r>
              <a:t>  // Store eventId to prevent reprocessing</a:t>
            </a:r>
          </a:p>
          <a:p>
            <a:r>
              <a:t>  processedEventsRepo.save(event.getEventId());</a:t>
            </a:r>
          </a:p>
          <a:p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Database Contract: Flyway Migration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CREATE TABLE orders (</a:t>
            </a:r>
          </a:p>
          <a:p>
            <a:r>
              <a:t>  id           VARCHAR(32) PRIMARY KEY,</a:t>
            </a:r>
          </a:p>
          <a:p>
            <a:r>
              <a:t>  customer_id  VARCHAR(32) NOT NULL,</a:t>
            </a:r>
          </a:p>
          <a:p>
            <a:r>
              <a:t>  status       VARCHAR(16) NOT NULL,</a:t>
            </a:r>
          </a:p>
          <a:p>
            <a:r>
              <a:t>  created_at   TIMESTAMP NOT NULL DEFAULT now()</a:t>
            </a:r>
          </a:p>
          <a:p>
            <a:r>
              <a:t>);</a:t>
            </a:r>
          </a:p>
          <a:p/>
          <a:p>
            <a:r>
              <a:t>CREATE TABLE order_items (</a:t>
            </a:r>
          </a:p>
          <a:p>
            <a:r>
              <a:t>  order_id  VARCHAR(32) REFERENCES orders(id),</a:t>
            </a:r>
          </a:p>
          <a:p>
            <a:r>
              <a:t>  sku       VARCHAR(64) NOT NULL,</a:t>
            </a:r>
          </a:p>
          <a:p>
            <a:r>
              <a:t>  quantity  INT NOT NULL CHECK (quantity &gt; 0),</a:t>
            </a:r>
          </a:p>
          <a:p>
            <a:r>
              <a:t>  PRIMARY KEY (order_id, sku)</a:t>
            </a:r>
          </a:p>
          <a:p>
            <a:r>
              <a:t>);</a:t>
            </a:r>
          </a:p>
          <a:p/>
          <a:p>
            <a:r>
              <a:t>CREATE INDEX idx_orders_customer_id</a:t>
            </a:r>
          </a:p>
          <a:p>
            <a:r>
              <a:t>  ON orders(customer_id);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Schema Evolution: Expand/Migrate/Contract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ALTER TABLE orders</a:t>
            </a:r>
          </a:p>
          <a:p>
            <a:r>
              <a:t>ALTER COLUMN source SET NOT NULL;**Zero-downtime schema evolution**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1. REST API Request</a:t>
            </a:r>
          </a:p>
          <a:p>
            <a:r>
              <a:t>   ↓ (OpenAPI validation)</a:t>
            </a:r>
          </a:p>
          <a:p>
            <a:r>
              <a:t>2. Persist to Database</a:t>
            </a:r>
          </a:p>
          <a:p>
            <a:r>
              <a:t>   ↓ (Flyway schema)</a:t>
            </a:r>
          </a:p>
          <a:p>
            <a:r>
              <a:t>3. Publish Kafka Event</a:t>
            </a:r>
          </a:p>
          <a:p>
            <a:r>
              <a:t>   ↓ (Avro schema + Schema Registry)</a:t>
            </a:r>
          </a:p>
          <a:p>
            <a:r>
              <a:t>4. Consumers Process Event</a:t>
            </a:r>
          </a:p>
          <a:p>
            <a:r>
              <a:t>   (with idempotency)**Three contracts working together**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Service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@Transactional</a:t>
            </a:r>
          </a:p>
          <a:p>
            <a:r>
              <a:t>public OrderResponse createOrder(CreateOrderRequest req) {</a:t>
            </a:r>
          </a:p>
          <a:p>
            <a:r>
              <a:t>  String orderId = idGenerator.newOrderId();</a:t>
            </a:r>
          </a:p>
          <a:p/>
          <a:p>
            <a:r>
              <a:t>  // 1. Persist (DB contract)</a:t>
            </a:r>
          </a:p>
          <a:p>
            <a:r>
              <a:t>  ordersRepository.save(</a:t>
            </a:r>
          </a:p>
          <a:p>
            <a:r>
              <a:t>    new OrderEntity(orderId, req.getCustomerId(), "CREATED")</a:t>
            </a:r>
          </a:p>
          <a:p>
            <a:r>
              <a:t>  );</a:t>
            </a:r>
          </a:p>
          <a:p>
            <a:r>
              <a:t>  orderItemsRepository.saveAll(</a:t>
            </a:r>
          </a:p>
          <a:p>
            <a:r>
              <a:t>    OrderItemEntity.from(orderId, req.getItems())</a:t>
            </a:r>
          </a:p>
          <a:p>
            <a:r>
              <a:t>  );</a:t>
            </a:r>
          </a:p>
          <a:p/>
          <a:p>
            <a:r>
              <a:t>  // 2. Publish event (Kafka contract)</a:t>
            </a:r>
          </a:p>
          <a:p>
            <a:r>
              <a:t>  OrderCreated event = OrderCreated.newBuilder()</a:t>
            </a:r>
          </a:p>
          <a:p>
            <a:r>
              <a:t>      .setEventId(UUID.randomUUID().toString())</a:t>
            </a:r>
          </a:p>
          <a:p>
            <a:r>
              <a:t>      .setOccurredAt(Instant.now().toString())</a:t>
            </a:r>
          </a:p>
          <a:p>
            <a:r>
              <a:t>      .setOrderId(orderId)</a:t>
            </a:r>
          </a:p>
          <a:p>
            <a:r>
              <a:t>      .setCustomerId(req.getCustomerId())</a:t>
            </a:r>
          </a:p>
          <a:p>
            <a:r>
              <a:t>      .setItems(toAvroItems(req.getItems()))</a:t>
            </a:r>
          </a:p>
          <a:p>
            <a:r>
              <a:t>      .build();</a:t>
            </a:r>
          </a:p>
          <a:p/>
          <a:p>
            <a:r>
              <a:t>  publisher.publishOrderCreated(event);</a:t>
            </a:r>
          </a:p>
          <a:p/>
          <a:p>
            <a:r>
              <a:t>  // 3. Return response (REST contract)</a:t>
            </a:r>
          </a:p>
          <a:p>
            <a:r>
              <a:t>  return new OrderResponse(orderId, ...);</a:t>
            </a:r>
          </a:p>
          <a:p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Parallel Development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🔹 REST Integration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**Provider** builds server behind OpenAPI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**Consumer** builds client using generated SDK or mock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**No blocking** - both work independently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🔹 Event-Driven Integration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**Publisher** and **consumer** build against same Avro schema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**No runtime dependency** on each other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Schema validation ensures compatibility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🔹 Legacy ↔ New System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**Legacy** exposes integration contract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**New system** builds against contract before cutover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Contract serves as the "bridge"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CI/CD Gates: Making Contracts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🛡️ REST: OpenAPI Breaking Change Detection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Run OpenAPI diff tool in CI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Fail on breaking changes without version bump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🛡️ Kafka: Schema Compatibility Check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Enforce backward compatibility in Schema Registry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CI fails if schema update is incompatible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🛡️ DB: Migration Validation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Flyway validates migrations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Deployment fails early if mismatched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🛡️ Consumer-Driven Contract Tests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Tools like Pact validate consumer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Practical Rules in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Versioning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REST: `/v1`, `/v2` or semantic versioning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Kafka: compatibility policy + versioned topics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Errors &amp; Retries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REST: standardized `ErrorResponse`, retriable codes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Kafka: retry policy + DLQ envelope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Idempotency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REST: `Idempotency-Key` header or business key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Kafka: `eventId` + consumer dedupe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Non-Functional Requirements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Timeouts, rate limits, SLAs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Ordering guarantees (Kafka keying)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Mental Model Shift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✅ Parallel development</a:t>
            </a:r>
          </a:p>
          <a:p>
            <a:r>
              <a:t>✅ Early validation</a:t>
            </a:r>
          </a:p>
          <a:p>
            <a:r>
              <a:t>✅ No surprises</a:t>
            </a:r>
          </a:p>
          <a:p>
            <a:r>
              <a:t>✅ CI enforces alignment</a:t>
            </a:r>
          </a:p>
          <a:p>
            <a:r>
              <a:t>✅ "Contract agreed - let's build!"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From Coordination to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**Traditional Integration:** *Coordination Problem*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Team A waits for Team B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Manual coordination meetings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Integration happens late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High coupling between teams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**Contract-First Integration:** *Governance Problem*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Teams agree on contract upfront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Generate tools automatically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CI enforces compliance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Low coupling, high autonomy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**Key Insight:** Transform integration from serial to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Benefits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**Enables Parallel Development**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Teams no longer block each other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**Reduces Integration Risk**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Contracts catch breaking changes early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**Improves Evolution**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Versioning and compatibility are explicit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**Essential for Microservices**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Clear boundaries enable independent scaling</a:t>
            </a:r>
          </a:p>
          <a:p>
            <a:pPr>
              <a:spcBef>
                <a:spcPts val="800"/>
              </a:spcBef>
              <a:defRPr sz="2200">
                <a:solidFill>
                  <a:srgbClr val="212121"/>
                </a:solidFill>
              </a:defRPr>
            </a:pPr>
            <a:r>
              <a:t>✅ **Turns Teams into Ecosystem Contributors**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Not dependencies on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Before Contract-First: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🕐 Integration: 2-3 weeks waiting + 1 week debugging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🐛 Breaking changes discovered in production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👥 Teams constantly coordinating schedules</a:t>
            </a:r>
          </a:p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After Contract-First: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🕐 Integration: 1 day (contract agreement) + parallel work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🐛 Breaking changes caught in CI before merge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👥 Teams work independently, CI enforces compliance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**Result:** 10x faster integration, zero production surprises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1. **Choose a contract type** (REST, Kafka, or DB)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2. **Define the contract first** (before any code)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3. **Generate tools** (stubs, clients, classes)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4. **Build independently** (provider and consumer in parallel)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5. **Add CI gates** (breaking change detection)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6. **Evolve safely** (versioning + compatibility checks)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REST Contracts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OpenAPI 3.x specification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openapi-generator (Java SDK generation)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Swagger UI / ReDoc (documentation)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Prism / Stoplight (mock servers)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Kafka Contracts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Apache Avro / Protobuf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Confluent Schema Registry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AsyncAPI (documentation)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avro-maven-plugin (code generation)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Database Contracts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Flyway / Liquibase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Version control for schemas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Migration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✅ DO: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Version all contracts explicitly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Use semantic versioning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Generate code from contracts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Enforce compatibility in CI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Document breaking changes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Test contract compliance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❌ DON'T: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Hand-write DTOs (generate them!)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Skip schema validation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Make breaking changes without version bump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Deploy without migration validation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Assume consumers can adapt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❌ "We'll add the contract later"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**Wrong:** Contract **must** come first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❌ "Just make a quick change"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**Wrong:** All changes go through contract update + CI validation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❌ "Our team doesn't need contracts"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**Wrong:** Even single-team projects benefit from contract discipline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❌ "Contracts slow us down"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**Wrong:** Contracts enable speed through parallel work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Advanced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Idempotency Strategies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REST: Idempotency-Key header + request hash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Kafka: eventId + processed events table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Schema Evolution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Add fields with defaults (backward compatible)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Expand → Migrate → Contract pattern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Version negotiation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Dead Letter Queues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Envelope schema for DLQ messages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Error classification (retriable vs non-retriable)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Replay 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Case Study: Order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Contracts: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REST: `orders-api.v1.yaml` (create, get orders)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Kafka: `OrderCreated.v1.avsc` (event when created)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DB: `V1__create_orders.sql` (schema)</a:t>
            </a:r>
          </a:p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Teams: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**Orders Team:** Implements REST API + event publisher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**Billing Team:** Implements Kafka consumer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**Fulfillment Team:** Implements Kafka consumer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**Result:** All teams work in parallel from 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Integration with CI/CD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# GitHub Actions example</a:t>
            </a:r>
          </a:p>
          <a:p>
            <a:r>
              <a:t>name: Contract Validation</a:t>
            </a:r>
          </a:p>
          <a:p/>
          <a:p>
            <a:r>
              <a:t>on: [pull_request]</a:t>
            </a:r>
          </a:p>
          <a:p/>
          <a:p>
            <a:r>
              <a:t>jobs:</a:t>
            </a:r>
          </a:p>
          <a:p>
            <a:r>
              <a:t>  openapi-check:</a:t>
            </a:r>
          </a:p>
          <a:p>
            <a:r>
              <a:t>    - name: Check for breaking changes</a:t>
            </a:r>
          </a:p>
          <a:p>
            <a:r>
              <a:t>      run: |</a:t>
            </a:r>
          </a:p>
          <a:p>
            <a:r>
              <a:t>        npx openapi-diff \</a:t>
            </a:r>
          </a:p>
          <a:p>
            <a:r>
              <a:t>          main/contracts/orders-api.v1.yaml \</a:t>
            </a:r>
          </a:p>
          <a:p>
            <a:r>
              <a:t>          ${{ github.ref }}/contracts/orders-api.v1.yaml</a:t>
            </a:r>
          </a:p>
          <a:p/>
          <a:p>
            <a:r>
              <a:t>  schema-compatibility:</a:t>
            </a:r>
          </a:p>
          <a:p>
            <a:r>
              <a:t>    - name: Validate Avro compatibility</a:t>
            </a:r>
          </a:p>
          <a:p>
            <a:r>
              <a:t>      run: |</a:t>
            </a:r>
          </a:p>
          <a:p>
            <a:r>
              <a:t>        mvn schema-registry:test-compatibility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0" y="9144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5722"/>
                </a:solidFill>
              </a:defRPr>
            </a:pPr>
            <a:r>
              <a:t>YAML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Track Contract Compliance: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Schema Registry compatibility violations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OpenAPI spec violations in production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Failed Flyway migrations</a:t>
            </a:r>
          </a:p>
          <a:p>
            <a:pPr>
              <a:spcBef>
                <a:spcPts val="1200"/>
              </a:spcBef>
              <a:defRPr sz="2400" b="1">
                <a:solidFill>
                  <a:srgbClr val="0066CC"/>
                </a:solidFill>
              </a:defRPr>
            </a:pPr>
            <a:r>
              <a:t>Metrics to Monitor: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Contract update frequency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Breaking change attempts blocked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Consumer lag (Kafka)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API error rates by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Migration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Phase 1: Adopt for New Features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Start with new APIs/events only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Phase 2: Retrofit Critical Paths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Add contracts to high-traffic integrations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Phase 3: Mandate for All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Make contract-first mandatory for all integrations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Phase 4: Automate Governance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CI/CD enforces contract compliance automatically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**Tip:** Start small, prove value, then 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Team Organization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3716000" cy="6583680"/>
          </a:xfrm>
          <a:prstGeom prst="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ABB2BF"/>
                </a:solidFill>
                <a:latin typeface="Consolas"/>
              </a:defRPr>
            </a:pPr>
            <a:r>
              <a:t>┌─────────────────┐</a:t>
            </a:r>
          </a:p>
          <a:p>
            <a:r>
              <a:t>│  Architecture   │ ← Defines contract standards</a:t>
            </a:r>
          </a:p>
          <a:p>
            <a:r>
              <a:t>│      Team       │    and reviews all contracts</a:t>
            </a:r>
          </a:p>
          <a:p>
            <a:r>
              <a:t>└────────┬────────┘</a:t>
            </a:r>
          </a:p>
          <a:p>
            <a:r>
              <a:t>         │</a:t>
            </a:r>
          </a:p>
          <a:p>
            <a:r>
              <a:t>    ┌────┴────────────────┬──────────────┐</a:t>
            </a:r>
          </a:p>
          <a:p>
            <a:r>
              <a:t>    │                     │              │</a:t>
            </a:r>
          </a:p>
          <a:p>
            <a:r>
              <a:t>┌───┴────┐          ┌────┴────┐    ┌───┴────┐</a:t>
            </a:r>
          </a:p>
          <a:p>
            <a:r>
              <a:t>│Provider│          │Consumer │    │Consumer│</a:t>
            </a:r>
          </a:p>
          <a:p>
            <a:r>
              <a:t>│  Team  │          │  Team 1 │    │  Team 2│</a:t>
            </a:r>
          </a:p>
          <a:p>
            <a:r>
              <a:t>└────────┘          └─────────┘    └────────┘</a:t>
            </a:r>
          </a:p>
          <a:p>
            <a:r>
              <a:t>    │                     │              │</a:t>
            </a:r>
          </a:p>
          <a:p>
            <a:r>
              <a:t>    └──────────┬──────────┴──────────────┘</a:t>
            </a:r>
          </a:p>
          <a:p>
            <a:r>
              <a:t>               │</a:t>
            </a:r>
          </a:p>
          <a:p>
            <a:r>
              <a:t>          ┌────┴─────┐</a:t>
            </a:r>
          </a:p>
          <a:p>
            <a:r>
              <a:t>          │    CI    │ ← Enforces contracts</a:t>
            </a:r>
          </a:p>
          <a:p>
            <a:r>
              <a:t>          └──────────┘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Development Speed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Time to integrate: **-80%** (weeks → days)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Parallel work enabled: **+300%**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Quality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Production integration bugs: **-95%**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Breaking changes caught in CI: **100%**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Team Autonomy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Cross-team coordination meetings: **-70%**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Independent deployment capability: **100%**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Documentation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OpenAPI Specification: openapis.org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AsyncAPI Specification: asyncapi.com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Apache Avro: avro.apache.org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Confluent Schema Registry docs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Tools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openapi-generator.tech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Postman / Insomnia (API testing)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Kafka Connect / Schema Registry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Pact (consumer-driven contracts)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Further Reading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"Building Microservices" - Sam Newman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"Release It!" - Michael Nygard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🚀 Start Today: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1. Pick one integration to convert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2. Write the contract FIRST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3. Generate tools from contract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4. Add CI validation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5. Measure the impact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### 📚 Learn More: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Reference implementation: github.com/wallaceespindola/contract-first-integrations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Articles and guides in `/docs`</a:t>
            </a:r>
          </a:p>
          <a:p>
            <a:pPr>
              <a:spcBef>
                <a:spcPts val="600"/>
              </a:spcBef>
              <a:defRPr sz="2200">
                <a:solidFill>
                  <a:srgbClr val="212121"/>
                </a:solidFill>
              </a:defRPr>
            </a:pPr>
            <a:r>
              <a:t>Contact: wallace.espindola@gmail.com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589520"/>
            <a:ext cx="1371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Contract-First Integration  |  Wallace Espindola  |  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